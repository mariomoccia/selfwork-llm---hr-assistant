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Montserrat SemiBold"/>
      <p:regular r:id="rId19"/>
      <p:bold r:id="rId20"/>
      <p:italic r:id="rId21"/>
      <p:boldItalic r:id="rId22"/>
    </p:embeddedFont>
    <p:embeddedFont>
      <p:font typeface="Roboto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Montserrat Medium"/>
      <p:regular r:id="rId35"/>
      <p:bold r:id="rId36"/>
      <p:italic r:id="rId37"/>
      <p:boldItalic r:id="rId38"/>
    </p:embeddedFont>
    <p:embeddedFont>
      <p:font typeface="Lato Light"/>
      <p:regular r:id="rId39"/>
      <p:bold r:id="rId40"/>
      <p:italic r:id="rId41"/>
      <p:boldItalic r:id="rId42"/>
    </p:embeddedFont>
    <p:embeddedFont>
      <p:font typeface="Montserrat Light"/>
      <p:regular r:id="rId43"/>
      <p:bold r:id="rId44"/>
      <p:italic r:id="rId45"/>
      <p:boldItalic r:id="rId46"/>
    </p:embeddedFont>
    <p:embeddedFont>
      <p:font typeface="Montserrat ExtraLight"/>
      <p:regular r:id="rId47"/>
      <p:bold r:id="rId48"/>
      <p:italic r:id="rId49"/>
      <p:boldItalic r:id="rId50"/>
    </p:embeddedFont>
    <p:embeddedFont>
      <p:font typeface="Barlow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B93783-EC8C-4183-8B9A-1286545DF481}">
  <a:tblStyle styleId="{94B93783-EC8C-4183-8B9A-1286545DF4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Light-bold.fntdata"/><Relationship Id="rId42" Type="http://schemas.openxmlformats.org/officeDocument/2006/relationships/font" Target="fonts/LatoLight-boldItalic.fntdata"/><Relationship Id="rId41" Type="http://schemas.openxmlformats.org/officeDocument/2006/relationships/font" Target="fonts/LatoLight-italic.fntdata"/><Relationship Id="rId44" Type="http://schemas.openxmlformats.org/officeDocument/2006/relationships/font" Target="fonts/MontserratLight-bold.fntdata"/><Relationship Id="rId43" Type="http://schemas.openxmlformats.org/officeDocument/2006/relationships/font" Target="fonts/MontserratLight-regular.fntdata"/><Relationship Id="rId46" Type="http://schemas.openxmlformats.org/officeDocument/2006/relationships/font" Target="fonts/MontserratLight-boldItalic.fntdata"/><Relationship Id="rId45" Type="http://schemas.openxmlformats.org/officeDocument/2006/relationships/font" Target="fonts/Montserrat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ExtraLight-bold.fntdata"/><Relationship Id="rId47" Type="http://schemas.openxmlformats.org/officeDocument/2006/relationships/font" Target="fonts/MontserratExtraLight-regular.fntdata"/><Relationship Id="rId49" Type="http://schemas.openxmlformats.org/officeDocument/2006/relationships/font" Target="fonts/MontserratExtra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regular.fntdata"/><Relationship Id="rId30" Type="http://schemas.openxmlformats.org/officeDocument/2006/relationships/font" Target="fonts/Montserrat-boldItalic.fntdata"/><Relationship Id="rId33" Type="http://schemas.openxmlformats.org/officeDocument/2006/relationships/font" Target="fonts/Lato-italic.fntdata"/><Relationship Id="rId32" Type="http://schemas.openxmlformats.org/officeDocument/2006/relationships/font" Target="fonts/Lato-bold.fntdata"/><Relationship Id="rId35" Type="http://schemas.openxmlformats.org/officeDocument/2006/relationships/font" Target="fonts/MontserratMedium-regular.fntdata"/><Relationship Id="rId34" Type="http://schemas.openxmlformats.org/officeDocument/2006/relationships/font" Target="fonts/Lato-boldItalic.fntdata"/><Relationship Id="rId37" Type="http://schemas.openxmlformats.org/officeDocument/2006/relationships/font" Target="fonts/MontserratMedium-italic.fntdata"/><Relationship Id="rId36" Type="http://schemas.openxmlformats.org/officeDocument/2006/relationships/font" Target="fonts/MontserratMedium-bold.fntdata"/><Relationship Id="rId39" Type="http://schemas.openxmlformats.org/officeDocument/2006/relationships/font" Target="fonts/LatoLight-regular.fntdata"/><Relationship Id="rId38" Type="http://schemas.openxmlformats.org/officeDocument/2006/relationships/font" Target="fonts/MontserratMedium-boldItalic.fntdata"/><Relationship Id="rId20" Type="http://schemas.openxmlformats.org/officeDocument/2006/relationships/font" Target="fonts/MontserratSemiBold-bold.fntdata"/><Relationship Id="rId22" Type="http://schemas.openxmlformats.org/officeDocument/2006/relationships/font" Target="fonts/MontserratSemiBold-boldItalic.fntdata"/><Relationship Id="rId21" Type="http://schemas.openxmlformats.org/officeDocument/2006/relationships/font" Target="fonts/MontserratSemiBold-italic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29" Type="http://schemas.openxmlformats.org/officeDocument/2006/relationships/font" Target="fonts/Montserrat-italic.fntdata"/><Relationship Id="rId51" Type="http://schemas.openxmlformats.org/officeDocument/2006/relationships/font" Target="fonts/Barlow-regular.fntdata"/><Relationship Id="rId50" Type="http://schemas.openxmlformats.org/officeDocument/2006/relationships/font" Target="fonts/MontserratExtraLight-boldItalic.fntdata"/><Relationship Id="rId53" Type="http://schemas.openxmlformats.org/officeDocument/2006/relationships/font" Target="fonts/Barlow-italic.fntdata"/><Relationship Id="rId52" Type="http://schemas.openxmlformats.org/officeDocument/2006/relationships/font" Target="fonts/Barlow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Barlow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4ac97e872e707b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4ac97e872e707b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cd366655b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cd366655b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cd366655b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cd366655b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cd366655b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cd366655b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cd366655b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cd366655b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59a2c502d11d0868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59a2c502d11d0868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cd366655b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cd366655b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cd8403e24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cd8403e24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cd366655b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cd366655b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cd366655b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cd366655b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ceee89d2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2ceee89d2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Relationship Id="rId3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Relationship Id="rId3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Relationship Id="rId3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jpg"/><Relationship Id="rId3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Relationship Id="rId3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Relationship Id="rId3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3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3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" type="title">
  <p:cSld name="TITLE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200" y="3188850"/>
            <a:ext cx="1147601" cy="256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2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1149" y="3218995"/>
            <a:ext cx="1073500" cy="2930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3">
  <p:cSld name="TITLE_2_1"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200" y="3197482"/>
            <a:ext cx="1073500" cy="2643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" name="Google Shape;25;p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" name="Google Shape;26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 dark">
  <p:cSld name="TITLE_1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 rot="-5400000">
            <a:off x="1979850" y="-2036600"/>
            <a:ext cx="5184300" cy="91995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" name="Google Shape;29;p5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457200" y="3188850"/>
            <a:ext cx="1147601" cy="256764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 dark">
  <p:cSld name="TITLE_1_1"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 rot="-5400000">
            <a:off x="1979850" y="-2036600"/>
            <a:ext cx="5184300" cy="91995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" name="Google Shape;36;p6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481149" y="3218995"/>
            <a:ext cx="1073500" cy="293047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3 dark">
  <p:cSld name="TITLE_1_1_1"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 rot="-5400000">
            <a:off x="1979850" y="-2036600"/>
            <a:ext cx="5184300" cy="91995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" name="Google Shape;43;p7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457200" y="3197482"/>
            <a:ext cx="1073500" cy="264329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" name="Google Shape;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 1">
  <p:cSld name="CUSTOM_1"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8"/>
          <p:cNvSpPr txBox="1"/>
          <p:nvPr/>
        </p:nvSpPr>
        <p:spPr>
          <a:xfrm>
            <a:off x="228600" y="2452200"/>
            <a:ext cx="4343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D1D1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</a:t>
            </a:r>
            <a:endParaRPr sz="1800">
              <a:solidFill>
                <a:srgbClr val="1D1D1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513000" y="877950"/>
            <a:ext cx="4343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2" name="Google Shape;52;p8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" name="Google Shape;5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8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 1 dark">
  <p:cSld name="CUSTOM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 rot="-5400000">
            <a:off x="1970800" y="-2023850"/>
            <a:ext cx="5201400" cy="91602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B"/>
              </a:solidFill>
            </a:endParaRPr>
          </a:p>
        </p:txBody>
      </p:sp>
      <p:sp>
        <p:nvSpPr>
          <p:cNvPr id="57" name="Google Shape;57;p9"/>
          <p:cNvSpPr txBox="1"/>
          <p:nvPr/>
        </p:nvSpPr>
        <p:spPr>
          <a:xfrm>
            <a:off x="228600" y="2452200"/>
            <a:ext cx="4343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</a:t>
            </a:r>
            <a:endParaRPr sz="18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" name="Google Shape;58;p9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513000" y="877950"/>
            <a:ext cx="4343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61" name="Google Shape;61;p9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ERTINA DOCUMENTO">
  <p:cSld name="CUSTOM_2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325" y="381000"/>
            <a:ext cx="16573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type="title"/>
          </p:nvPr>
        </p:nvSpPr>
        <p:spPr>
          <a:xfrm>
            <a:off x="1767600" y="2530075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767600" y="3429225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68" name="Google Shape;68;p10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e capitolo">
  <p:cSld name="CUSTOM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/>
          <p:nvPr/>
        </p:nvSpPr>
        <p:spPr>
          <a:xfrm rot="-5400000">
            <a:off x="1993000" y="-2001650"/>
            <a:ext cx="5157000" cy="9160200"/>
          </a:xfrm>
          <a:prstGeom prst="rect">
            <a:avLst/>
          </a:prstGeom>
          <a:solidFill>
            <a:srgbClr val="FFFFFF"/>
          </a:solidFill>
          <a:ln cap="flat" cmpd="sng" w="228600">
            <a:solidFill>
              <a:srgbClr val="FFED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"/>
          <p:cNvSpPr txBox="1"/>
          <p:nvPr>
            <p:ph type="title"/>
          </p:nvPr>
        </p:nvSpPr>
        <p:spPr>
          <a:xfrm>
            <a:off x="367925" y="2118150"/>
            <a:ext cx="4837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72" name="Google Shape;7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5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367925" y="3098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e capitolo dark">
  <p:cSld name="CUSTOM_2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/>
          <p:nvPr/>
        </p:nvSpPr>
        <p:spPr>
          <a:xfrm rot="-5400000">
            <a:off x="1993000" y="-2001650"/>
            <a:ext cx="5157000" cy="9160200"/>
          </a:xfrm>
          <a:prstGeom prst="rect">
            <a:avLst/>
          </a:prstGeom>
          <a:solidFill>
            <a:srgbClr val="1D1D1B"/>
          </a:solidFill>
          <a:ln cap="flat" cmpd="sng" w="228600">
            <a:solidFill>
              <a:srgbClr val="FFED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95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2"/>
          <p:cNvSpPr txBox="1"/>
          <p:nvPr>
            <p:ph idx="1" type="subTitle"/>
          </p:nvPr>
        </p:nvSpPr>
        <p:spPr>
          <a:xfrm>
            <a:off x="367925" y="3098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type="title"/>
          </p:nvPr>
        </p:nvSpPr>
        <p:spPr>
          <a:xfrm>
            <a:off x="367925" y="2118150"/>
            <a:ext cx="4837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">
  <p:cSld name="CUSTOM_2_1_1_1"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/>
          <p:nvPr/>
        </p:nvSpPr>
        <p:spPr>
          <a:xfrm>
            <a:off x="6564750" y="-100"/>
            <a:ext cx="2579700" cy="51435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" name="Google Shape;81;p13"/>
          <p:cNvCxnSpPr/>
          <p:nvPr/>
        </p:nvCxnSpPr>
        <p:spPr>
          <a:xfrm>
            <a:off x="232900" y="1263974"/>
            <a:ext cx="3957600" cy="0"/>
          </a:xfrm>
          <a:prstGeom prst="straightConnector1">
            <a:avLst/>
          </a:prstGeom>
          <a:noFill/>
          <a:ln cap="rnd" cmpd="sng" w="38100">
            <a:solidFill>
              <a:srgbClr val="FFED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3"/>
          <p:cNvSpPr/>
          <p:nvPr/>
        </p:nvSpPr>
        <p:spPr>
          <a:xfrm>
            <a:off x="4572012" y="572600"/>
            <a:ext cx="3985500" cy="39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5725" rotWithShape="0" algn="bl">
              <a:srgbClr val="000000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3" name="Google Shape;83;p13"/>
          <p:cNvSpPr txBox="1"/>
          <p:nvPr>
            <p:ph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228675" y="1444301"/>
            <a:ext cx="4105200" cy="30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2">
  <p:cSld name="CUSTOM_4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2" type="title"/>
          </p:nvPr>
        </p:nvSpPr>
        <p:spPr>
          <a:xfrm>
            <a:off x="126650" y="519475"/>
            <a:ext cx="8788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228675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3" type="body"/>
          </p:nvPr>
        </p:nvSpPr>
        <p:spPr>
          <a:xfrm>
            <a:off x="4708200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93" name="Google Shape;93;p14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3">
  <p:cSld name="CUSTOM_4_1"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2"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228675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00" name="Google Shape;100;p15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4">
  <p:cSld name="CUSTOM_4_1_1"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2" type="title"/>
          </p:nvPr>
        </p:nvSpPr>
        <p:spPr>
          <a:xfrm>
            <a:off x="126650" y="519475"/>
            <a:ext cx="30738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228675" y="1198575"/>
            <a:ext cx="2841900" cy="3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07" name="Google Shape;107;p16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01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5">
  <p:cSld name="CUSTOM_4_2"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6116075" y="2500675"/>
            <a:ext cx="2799300" cy="22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pic>
        <p:nvPicPr>
          <p:cNvPr id="110" name="Google Shape;11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13" name="Google Shape;113;p17"/>
          <p:cNvSpPr txBox="1"/>
          <p:nvPr>
            <p:ph idx="2" type="body"/>
          </p:nvPr>
        </p:nvSpPr>
        <p:spPr>
          <a:xfrm>
            <a:off x="3150875" y="2500650"/>
            <a:ext cx="2783700" cy="22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3" type="title"/>
          </p:nvPr>
        </p:nvSpPr>
        <p:spPr>
          <a:xfrm>
            <a:off x="126650" y="2500650"/>
            <a:ext cx="28428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5" name="Google Shape;115;p17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75">
          <p15:clr>
            <a:srgbClr val="FA7B17"/>
          </p15:clr>
        </p15:guide>
        <p15:guide id="2" pos="3738">
          <p15:clr>
            <a:srgbClr val="FA7B17"/>
          </p15:clr>
        </p15:guide>
        <p15:guide id="3" pos="3853">
          <p15:clr>
            <a:srgbClr val="FA7B17"/>
          </p15:clr>
        </p15:guide>
        <p15:guide id="4" pos="561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6">
  <p:cSld name="CUSTOM_4_3"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2" type="title"/>
          </p:nvPr>
        </p:nvSpPr>
        <p:spPr>
          <a:xfrm>
            <a:off x="126650" y="534725"/>
            <a:ext cx="28677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200450" y="534725"/>
            <a:ext cx="5715000" cy="3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22" name="Google Shape;122;p18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75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7">
  <p:cSld name="CUSTOM_4_3_1"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4572000" y="1482600"/>
            <a:ext cx="4343400" cy="30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2" type="title"/>
          </p:nvPr>
        </p:nvSpPr>
        <p:spPr>
          <a:xfrm>
            <a:off x="126650" y="2220259"/>
            <a:ext cx="30738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9" name="Google Shape;129;p19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8">
  <p:cSld name="CUSTOM_4_3_1_1"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9">
  <p:cSld name="CUSTOM_4_2_1"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>
            <p:ph type="title"/>
          </p:nvPr>
        </p:nvSpPr>
        <p:spPr>
          <a:xfrm>
            <a:off x="126650" y="519484"/>
            <a:ext cx="27993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36" name="Google Shape;136;p21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48584" y="519432"/>
            <a:ext cx="4343400" cy="30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9" name="Google Shape;139;p21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7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0">
  <p:cSld name="CUSTOM_4_2_1_1_1"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22"/>
          <p:cNvCxnSpPr/>
          <p:nvPr/>
        </p:nvCxnSpPr>
        <p:spPr>
          <a:xfrm>
            <a:off x="247975" y="2568075"/>
            <a:ext cx="867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42" name="Google Shape;142;p22"/>
          <p:cNvCxnSpPr/>
          <p:nvPr/>
        </p:nvCxnSpPr>
        <p:spPr>
          <a:xfrm rot="5400000">
            <a:off x="2390100" y="2568075"/>
            <a:ext cx="4363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43" name="Google Shape;143;p22"/>
          <p:cNvSpPr txBox="1"/>
          <p:nvPr>
            <p:ph type="title"/>
          </p:nvPr>
        </p:nvSpPr>
        <p:spPr>
          <a:xfrm>
            <a:off x="126650" y="519475"/>
            <a:ext cx="42930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4" name="Google Shape;144;p22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45" name="Google Shape;145;p2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1">
  <p:cSld name="CUSTOM_4_3_2"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/>
          <p:nvPr>
            <p:ph type="title"/>
          </p:nvPr>
        </p:nvSpPr>
        <p:spPr>
          <a:xfrm>
            <a:off x="126650" y="519475"/>
            <a:ext cx="27993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35425" y="519475"/>
            <a:ext cx="57801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52" name="Google Shape;152;p2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2">
  <p:cSld name="CUSTOM_4_3_2_1"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57" name="Google Shape;157;p2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3">
  <p:cSld name="CUSTOM_4_3_2_1_1"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381000" y="1226225"/>
            <a:ext cx="2874600" cy="30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Lato Light"/>
              <a:buChar char="●"/>
              <a:defRPr sz="1200">
                <a:latin typeface="Lato Light"/>
                <a:ea typeface="Lato Light"/>
                <a:cs typeface="Lato Light"/>
                <a:sym typeface="Lato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Lato Light"/>
              <a:buChar char="○"/>
              <a:defRPr sz="1200">
                <a:latin typeface="Lato Light"/>
                <a:ea typeface="Lato Light"/>
                <a:cs typeface="Lato Light"/>
                <a:sym typeface="Lato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Lato Light"/>
              <a:buChar char="■"/>
              <a:defRPr sz="1200">
                <a:latin typeface="Lato Light"/>
                <a:ea typeface="Lato Light"/>
                <a:cs typeface="Lato Light"/>
                <a:sym typeface="Lato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Lato Light"/>
              <a:buChar char="●"/>
              <a:defRPr sz="1200">
                <a:latin typeface="Lato Light"/>
                <a:ea typeface="Lato Light"/>
                <a:cs typeface="Lato Light"/>
                <a:sym typeface="Lato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Lato Light"/>
              <a:buChar char="○"/>
              <a:defRPr sz="1200">
                <a:latin typeface="Lato Light"/>
                <a:ea typeface="Lato Light"/>
                <a:cs typeface="Lato Light"/>
                <a:sym typeface="Lato Light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Lato Light"/>
              <a:buChar char="●"/>
              <a:defRPr sz="1200">
                <a:latin typeface="Lato Light"/>
                <a:ea typeface="Lato Light"/>
                <a:cs typeface="Lato Light"/>
                <a:sym typeface="Lato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Lato Light"/>
              <a:buChar char="■"/>
              <a:defRPr sz="1200"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162" name="Google Shape;162;p25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63" name="Google Shape;163;p2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4">
  <p:cSld name="CUSTOM_4_1_1_1"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1181550" y="1640975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●"/>
              <a:defRPr sz="1200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○"/>
              <a:defRPr sz="1200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■"/>
              <a:defRPr sz="1200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●"/>
              <a:defRPr sz="1200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○"/>
              <a:defRPr sz="1200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■"/>
              <a:defRPr sz="1200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●"/>
              <a:defRPr sz="1200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○"/>
              <a:defRPr sz="1200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■"/>
              <a:defRPr sz="1200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68" name="Google Shape;168;p26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4">
  <p:cSld name="CUSTOM_4_1_1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/>
          <p:nvPr/>
        </p:nvSpPr>
        <p:spPr>
          <a:xfrm rot="-5400000">
            <a:off x="1987000" y="-2007650"/>
            <a:ext cx="5169000" cy="9160200"/>
          </a:xfrm>
          <a:prstGeom prst="rect">
            <a:avLst/>
          </a:prstGeom>
          <a:gradFill>
            <a:gsLst>
              <a:gs pos="0">
                <a:srgbClr val="363632"/>
              </a:gs>
              <a:gs pos="100000">
                <a:srgbClr val="1D1D1B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1181550" y="1640975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74" name="Google Shape;174;p27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">
  <p:cSld name="CUSTOM_4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180" name="Google Shape;180;p28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2">
  <p:cSld name="CUSTOM_4_1_1_1_1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186" name="Google Shape;186;p29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9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3">
  <p:cSld name="CUSTOM_4_1_1_1_1_2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192" name="Google Shape;192;p3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4">
  <p:cSld name="CUSTOM_4_1_1_1_1_2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198" name="Google Shape;198;p31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1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5">
  <p:cSld name="CUSTOM_4_1_1_1_1_2_1_1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04" name="Google Shape;204;p3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6">
  <p:cSld name="CUSTOM_4_1_1_1_1_2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10" name="Google Shape;210;p3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3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7">
  <p:cSld name="CUSTOM_4_1_1_1_1_2_1_1_1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16" name="Google Shape;216;p3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8">
  <p:cSld name="CUSTOM_4_1_1_1_1_2_1_1_1_1_1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5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22" name="Google Shape;222;p3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5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9">
  <p:cSld name="CUSTOM_4_1_1_1_1_2_1_1_1_1_1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28" name="Google Shape;228;p36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0">
  <p:cSld name="CUSTOM_4_1_1_1_1_2_1_1_1_1_1_1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7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34" name="Google Shape;234;p37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7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1">
  <p:cSld name="CUSTOM_4_1_1_1_1_2_1_1_1_1_1_1_1_1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8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40" name="Google Shape;240;p38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8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2">
  <p:cSld name="CUSTOM_4_1_1_1_1_2_1_1_1_1_1_1_1_1_1_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9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46" name="Google Shape;246;p39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9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3">
  <p:cSld name="CUSTOM_4_1_1_1_1_2_1_1_1_1_1_1_1_1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52" name="Google Shape;252;p4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0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4">
  <p:cSld name="CUSTOM_4_1_1_1_1_2_1_1_1_1_1_1_1_1_1_1_1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1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58" name="Google Shape;258;p41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1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5">
  <p:cSld name="CUSTOM_4_1_1_1_1_2_1_1_1_1_1_1_1_1_1_1_1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2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64" name="Google Shape;264;p4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5" name="Google Shape;26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2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 cover">
  <p:cSld name="CUSTOM_5"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3"/>
          <p:cNvSpPr txBox="1"/>
          <p:nvPr/>
        </p:nvSpPr>
        <p:spPr>
          <a:xfrm>
            <a:off x="1844700" y="2571750"/>
            <a:ext cx="28044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43"/>
          <p:cNvSpPr txBox="1"/>
          <p:nvPr/>
        </p:nvSpPr>
        <p:spPr>
          <a:xfrm>
            <a:off x="1844700" y="3320075"/>
            <a:ext cx="2804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272" name="Google Shape;27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6094" y="2466114"/>
            <a:ext cx="232931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3"/>
          <p:cNvPicPr preferRelativeResize="0"/>
          <p:nvPr/>
        </p:nvPicPr>
        <p:blipFill rotWithShape="1">
          <a:blip r:embed="rId4">
            <a:alphaModFix/>
          </a:blip>
          <a:srcRect b="69" l="0" r="0" t="69"/>
          <a:stretch/>
        </p:blipFill>
        <p:spPr>
          <a:xfrm>
            <a:off x="-1129287" y="-1138884"/>
            <a:ext cx="3079773" cy="3285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 cover dark">
  <p:cSld name="CUSTOM_5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/>
          <p:nvPr/>
        </p:nvSpPr>
        <p:spPr>
          <a:xfrm rot="-5400000">
            <a:off x="1987000" y="-2007650"/>
            <a:ext cx="5169000" cy="9160200"/>
          </a:xfrm>
          <a:prstGeom prst="rect">
            <a:avLst/>
          </a:prstGeom>
          <a:gradFill>
            <a:gsLst>
              <a:gs pos="0">
                <a:srgbClr val="363632"/>
              </a:gs>
              <a:gs pos="100000">
                <a:srgbClr val="1D1D1B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44"/>
          <p:cNvPicPr preferRelativeResize="0"/>
          <p:nvPr/>
        </p:nvPicPr>
        <p:blipFill rotWithShape="1">
          <a:blip r:embed="rId2">
            <a:alphaModFix/>
          </a:blip>
          <a:srcRect b="661" l="0" r="0" t="651"/>
          <a:stretch/>
        </p:blipFill>
        <p:spPr>
          <a:xfrm>
            <a:off x="6586094" y="2466114"/>
            <a:ext cx="2329311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4"/>
          <p:cNvPicPr preferRelativeResize="0"/>
          <p:nvPr/>
        </p:nvPicPr>
        <p:blipFill rotWithShape="1">
          <a:blip r:embed="rId3">
            <a:alphaModFix/>
          </a:blip>
          <a:srcRect b="69" l="0" r="0" t="69"/>
          <a:stretch/>
        </p:blipFill>
        <p:spPr>
          <a:xfrm>
            <a:off x="-1129287" y="-1138884"/>
            <a:ext cx="3079773" cy="3285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81" name="Google Shape;281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2" name="Google Shape;28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285" name="Google Shape;28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89" name="Google Shape;289;p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0" name="Google Shape;290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" name="Google Shape;29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4" name="Google Shape;294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5" name="Google Shape;295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299" name="Google Shape;29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3F3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144">
          <p15:clr>
            <a:srgbClr val="EA4335"/>
          </p15:clr>
        </p15:guide>
        <p15:guide id="4" pos="5616">
          <p15:clr>
            <a:srgbClr val="EA4335"/>
          </p15:clr>
        </p15:guide>
        <p15:guide id="5" orient="horz" pos="240">
          <p15:clr>
            <a:srgbClr val="EA4335"/>
          </p15:clr>
        </p15:guide>
        <p15:guide id="6" orient="horz" pos="299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"/>
          <p:cNvSpPr txBox="1"/>
          <p:nvPr>
            <p:ph type="title"/>
          </p:nvPr>
        </p:nvSpPr>
        <p:spPr>
          <a:xfrm>
            <a:off x="1767600" y="2530075"/>
            <a:ext cx="5609100" cy="766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600"/>
              <a:t>Specializzazione</a:t>
            </a:r>
            <a:endParaRPr sz="3600"/>
          </a:p>
        </p:txBody>
      </p:sp>
      <p:sp>
        <p:nvSpPr>
          <p:cNvPr id="305" name="Google Shape;305;p50"/>
          <p:cNvSpPr txBox="1"/>
          <p:nvPr>
            <p:ph idx="1" type="subTitle"/>
          </p:nvPr>
        </p:nvSpPr>
        <p:spPr>
          <a:xfrm>
            <a:off x="1767600" y="3418500"/>
            <a:ext cx="5609100" cy="617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/>
              <a:t>Cyber Security </a:t>
            </a:r>
            <a:endParaRPr sz="2100"/>
          </a:p>
        </p:txBody>
      </p:sp>
      <p:sp>
        <p:nvSpPr>
          <p:cNvPr id="306" name="Google Shape;306;p50"/>
          <p:cNvSpPr txBox="1"/>
          <p:nvPr/>
        </p:nvSpPr>
        <p:spPr>
          <a:xfrm>
            <a:off x="3112675" y="4622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1"/>
          <p:cNvSpPr txBox="1"/>
          <p:nvPr>
            <p:ph type="title"/>
          </p:nvPr>
        </p:nvSpPr>
        <p:spPr>
          <a:xfrm>
            <a:off x="367925" y="2118150"/>
            <a:ext cx="4837500" cy="90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600">
                <a:solidFill>
                  <a:srgbClr val="1D1D1B"/>
                </a:solidFill>
              </a:rPr>
              <a:t>Target</a:t>
            </a:r>
            <a:endParaRPr b="1" sz="3600">
              <a:solidFill>
                <a:srgbClr val="1D1D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51"/>
          <p:cNvSpPr txBox="1"/>
          <p:nvPr>
            <p:ph idx="1" type="subTitle"/>
          </p:nvPr>
        </p:nvSpPr>
        <p:spPr>
          <a:xfrm>
            <a:off x="367925" y="3098650"/>
            <a:ext cx="5609100" cy="617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2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TARGET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52"/>
          <p:cNvSpPr txBox="1"/>
          <p:nvPr>
            <p:ph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Perchè partecipare</a:t>
            </a:r>
            <a:endParaRPr/>
          </a:p>
        </p:txBody>
      </p:sp>
      <p:sp>
        <p:nvSpPr>
          <p:cNvPr id="319" name="Google Shape;319;p52"/>
          <p:cNvSpPr txBox="1"/>
          <p:nvPr>
            <p:ph idx="1" type="body"/>
          </p:nvPr>
        </p:nvSpPr>
        <p:spPr>
          <a:xfrm>
            <a:off x="228675" y="1291900"/>
            <a:ext cx="4105200" cy="3465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Questo corso si rivolge a tutti gli sviluppatori desiderosi di </a:t>
            </a:r>
            <a:r>
              <a:rPr b="1" lang="it" sz="1200">
                <a:latin typeface="Montserrat"/>
                <a:ea typeface="Montserrat"/>
                <a:cs typeface="Montserrat"/>
                <a:sym typeface="Montserrat"/>
              </a:rPr>
              <a:t>integrare la sicurezza nel ciclo di sviluppo</a:t>
            </a: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accelerando e automatizzando il processo di </a:t>
            </a: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rilascio sicuro del software.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L’approccio del DevSecOps assicura che la sicurezza sia una componente fondamentale in ogni fase dello sviluppo, </a:t>
            </a:r>
            <a:r>
              <a:rPr b="1" lang="it" sz="1200">
                <a:latin typeface="Montserrat"/>
                <a:ea typeface="Montserrat"/>
                <a:cs typeface="Montserrat"/>
                <a:sym typeface="Montserrat"/>
              </a:rPr>
              <a:t>riducendo i rischi</a:t>
            </a: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 e migliorando la reattività aziendale.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Il corso offre una panoramica su come implementare pratiche di </a:t>
            </a:r>
            <a:r>
              <a:rPr b="1" lang="it" sz="1200">
                <a:latin typeface="Montserrat"/>
                <a:ea typeface="Montserrat"/>
                <a:cs typeface="Montserrat"/>
                <a:sym typeface="Montserrat"/>
              </a:rPr>
              <a:t>programmazione sicura</a:t>
            </a: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 e utilizzare strumenti di automazione per rafforzare la protezione delle applicazioni.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52"/>
          <p:cNvSpPr txBox="1"/>
          <p:nvPr/>
        </p:nvSpPr>
        <p:spPr>
          <a:xfrm>
            <a:off x="4580300" y="582600"/>
            <a:ext cx="3762900" cy="39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b="1" lang="it" sz="1200">
                <a:latin typeface="Montserrat"/>
                <a:ea typeface="Montserrat"/>
                <a:cs typeface="Montserrat"/>
                <a:sym typeface="Montserrat"/>
              </a:rPr>
              <a:t>Accesso alle best practice di sicurezza</a:t>
            </a: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Ampliamento delle competenze nell'ambito del </a:t>
            </a:r>
            <a:r>
              <a:rPr b="1" lang="it" sz="1200">
                <a:latin typeface="Montserrat"/>
                <a:ea typeface="Montserrat"/>
                <a:cs typeface="Montserrat"/>
                <a:sym typeface="Montserrat"/>
              </a:rPr>
              <a:t>Secure Coding</a:t>
            </a: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it" sz="1200">
                <a:latin typeface="Montserrat"/>
                <a:ea typeface="Montserrat"/>
                <a:cs typeface="Montserrat"/>
                <a:sym typeface="Montserrat"/>
              </a:rPr>
              <a:t>DevSecOps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Applicazioni pratiche per</a:t>
            </a:r>
            <a:r>
              <a:rPr b="1" lang="it" sz="1200">
                <a:latin typeface="Montserrat"/>
                <a:ea typeface="Montserrat"/>
                <a:cs typeface="Montserrat"/>
                <a:sym typeface="Montserrat"/>
              </a:rPr>
              <a:t> integrare la sicurezza nei processi di DevOps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Uso di strumenti di </a:t>
            </a:r>
            <a:r>
              <a:rPr b="1" lang="it" sz="1200">
                <a:latin typeface="Montserrat"/>
                <a:ea typeface="Montserrat"/>
                <a:cs typeface="Montserrat"/>
                <a:sym typeface="Montserrat"/>
              </a:rPr>
              <a:t>automazione</a:t>
            </a:r>
            <a:r>
              <a:rPr lang="it" sz="1200">
                <a:latin typeface="Montserrat"/>
                <a:ea typeface="Montserrat"/>
                <a:cs typeface="Montserrat"/>
                <a:sym typeface="Montserrat"/>
              </a:rPr>
              <a:t> per la sicurezza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 txBox="1"/>
          <p:nvPr/>
        </p:nvSpPr>
        <p:spPr>
          <a:xfrm>
            <a:off x="4580300" y="582600"/>
            <a:ext cx="3762900" cy="39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Light"/>
              <a:buChar char="●"/>
            </a:pPr>
            <a:r>
              <a:rPr lang="it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Avere conoscenze di base di Programmazione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Light"/>
              <a:buChar char="●"/>
            </a:pPr>
            <a:r>
              <a:rPr lang="it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Avere conoscenze di base di Database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Light"/>
              <a:buChar char="●"/>
            </a:pPr>
            <a:r>
              <a:rPr lang="it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Avere conoscenze di base di Networking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Light"/>
              <a:buChar char="●"/>
            </a:pPr>
            <a:r>
              <a:rPr lang="it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Avere conoscenze di base di Sistemi Operativi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53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TARGET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53"/>
          <p:cNvSpPr txBox="1"/>
          <p:nvPr>
            <p:ph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Conoscenze di base:</a:t>
            </a:r>
            <a:endParaRPr/>
          </a:p>
        </p:txBody>
      </p:sp>
      <p:sp>
        <p:nvSpPr>
          <p:cNvPr id="328" name="Google Shape;328;p53"/>
          <p:cNvSpPr txBox="1"/>
          <p:nvPr>
            <p:ph idx="1" type="body"/>
          </p:nvPr>
        </p:nvSpPr>
        <p:spPr>
          <a:xfrm>
            <a:off x="228675" y="1444300"/>
            <a:ext cx="4105200" cy="3465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percorso formativo rappresenta una specializzazione nel corso Hackademy Full Stack Web Developer.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 presuppone che il discente possieda competenze nella realizzazione di </a:t>
            </a:r>
            <a:r>
              <a:rPr b="1" lang="it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applicativi web</a:t>
            </a:r>
            <a:r>
              <a:rPr lang="it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oltre a una solida conoscenza dell'</a:t>
            </a:r>
            <a:r>
              <a:rPr b="1" lang="it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algoritmica</a:t>
            </a:r>
            <a:r>
              <a:rPr lang="it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 di almeno due linguaggi di programmazione, specificamente </a:t>
            </a:r>
            <a:r>
              <a:rPr b="1" lang="it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JavaScript</a:t>
            </a:r>
            <a:r>
              <a:rPr lang="it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it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PHP</a:t>
            </a:r>
            <a:r>
              <a:rPr lang="it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 sono richieste competenze pregresse nel campo della sicurezza informatica.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 partecipare, i discenti dovranno completare un modulo preliminare registrato, dedicato all'introduzione di concetti e tecnologie propedeutiche.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 txBox="1"/>
          <p:nvPr>
            <p:ph type="title"/>
          </p:nvPr>
        </p:nvSpPr>
        <p:spPr>
          <a:xfrm>
            <a:off x="367925" y="2118150"/>
            <a:ext cx="5904300" cy="90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600">
                <a:solidFill>
                  <a:srgbClr val="1D1D1B"/>
                </a:solidFill>
              </a:rPr>
              <a:t>Obiettivi &amp; Contenuti</a:t>
            </a:r>
            <a:endParaRPr b="1" sz="3600">
              <a:solidFill>
                <a:srgbClr val="1D1D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54"/>
          <p:cNvSpPr txBox="1"/>
          <p:nvPr>
            <p:ph idx="1" type="subTitle"/>
          </p:nvPr>
        </p:nvSpPr>
        <p:spPr>
          <a:xfrm>
            <a:off x="367925" y="3098650"/>
            <a:ext cx="5609100" cy="617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OBIETTIVI</a:t>
            </a:r>
            <a:r>
              <a:rPr lang="it" sz="1000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 &amp; CONTENUTI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55"/>
          <p:cNvSpPr txBox="1"/>
          <p:nvPr>
            <p:ph idx="1" type="body"/>
          </p:nvPr>
        </p:nvSpPr>
        <p:spPr>
          <a:xfrm>
            <a:off x="228675" y="1291900"/>
            <a:ext cx="4105200" cy="3465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Lo studente acquisirà consapevolezza e padronanza su </a:t>
            </a:r>
            <a:r>
              <a:rPr b="1" lang="it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concetti di sicurezza informatica</a:t>
            </a:r>
            <a:r>
              <a:rPr lang="it">
                <a:solidFill>
                  <a:schemeClr val="dk1"/>
                </a:solidFill>
              </a:rPr>
              <a:t> per intraprendere la </a:t>
            </a:r>
            <a:r>
              <a:rPr b="1" lang="it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carriera di DevSecOps</a:t>
            </a:r>
            <a:r>
              <a:rPr lang="it">
                <a:solidFill>
                  <a:schemeClr val="dk1"/>
                </a:solidFill>
              </a:rPr>
              <a:t> e approfondire le tematiche di </a:t>
            </a:r>
            <a:r>
              <a:rPr b="1" lang="it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Secure Coding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Il professionista dello sviluppo web renderà così i suoi applicativi e la sua </a:t>
            </a:r>
            <a:r>
              <a:rPr b="1" lang="it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professionalità  più appetibile al mercato del lavoro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Partendo da un background di sviluppo, potrà incrementare le sue skill riguardo anche allo sviluppo e l’implementazione di codice sicuro così da garantire già dalle prime fasi di sviluppo </a:t>
            </a:r>
            <a:r>
              <a:rPr b="1" lang="it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l’approccio secure-by-design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55"/>
          <p:cNvSpPr txBox="1"/>
          <p:nvPr>
            <p:ph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Al termine del corso il corsista saprà</a:t>
            </a:r>
            <a:endParaRPr/>
          </a:p>
        </p:txBody>
      </p:sp>
      <p:sp>
        <p:nvSpPr>
          <p:cNvPr id="342" name="Google Shape;342;p55"/>
          <p:cNvSpPr txBox="1"/>
          <p:nvPr/>
        </p:nvSpPr>
        <p:spPr>
          <a:xfrm>
            <a:off x="4580300" y="582600"/>
            <a:ext cx="3762900" cy="39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it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Comprendere i principi fondamentali e gli standards di sicurezza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it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Identificare e mitigare le minacce di sicurezza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it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Implementare pratiche di secure </a:t>
            </a:r>
            <a:r>
              <a:rPr lang="it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coding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it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Utilizzare strumenti e </a:t>
            </a:r>
            <a:r>
              <a:rPr lang="it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tecnologie</a:t>
            </a:r>
            <a:r>
              <a:rPr lang="it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di DevSecOps: 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it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Promuovere una cultura orientata alla sicurezza “shift left”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6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OBIETTIVI &amp; CONTENUTI</a:t>
            </a:r>
            <a:endParaRPr/>
          </a:p>
        </p:txBody>
      </p:sp>
      <p:sp>
        <p:nvSpPr>
          <p:cNvPr id="348" name="Google Shape;348;p56"/>
          <p:cNvSpPr txBox="1"/>
          <p:nvPr>
            <p:ph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Contenuti</a:t>
            </a:r>
            <a:endParaRPr/>
          </a:p>
        </p:txBody>
      </p:sp>
      <p:sp>
        <p:nvSpPr>
          <p:cNvPr id="349" name="Google Shape;349;p56"/>
          <p:cNvSpPr txBox="1"/>
          <p:nvPr>
            <p:ph idx="1" type="body"/>
          </p:nvPr>
        </p:nvSpPr>
        <p:spPr>
          <a:xfrm>
            <a:off x="228600" y="1324500"/>
            <a:ext cx="4105200" cy="323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it">
                <a:solidFill>
                  <a:schemeClr val="dk1"/>
                </a:solidFill>
              </a:rPr>
              <a:t>Principi e concetti fondamentali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it">
                <a:solidFill>
                  <a:schemeClr val="dk1"/>
                </a:solidFill>
              </a:rPr>
              <a:t>Scoring delle </a:t>
            </a:r>
            <a:r>
              <a:rPr lang="it">
                <a:solidFill>
                  <a:schemeClr val="dk1"/>
                </a:solidFill>
              </a:rPr>
              <a:t>vulnerabilità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it">
                <a:solidFill>
                  <a:schemeClr val="dk1"/>
                </a:solidFill>
              </a:rPr>
              <a:t>Secure Coding 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it">
                <a:solidFill>
                  <a:schemeClr val="dk1"/>
                </a:solidFill>
              </a:rPr>
              <a:t>Owasp Top 10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it">
                <a:solidFill>
                  <a:schemeClr val="dk1"/>
                </a:solidFill>
              </a:rPr>
              <a:t>Laravel Security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it">
                <a:solidFill>
                  <a:schemeClr val="dk1"/>
                </a:solidFill>
              </a:rPr>
              <a:t>API Security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it">
                <a:solidFill>
                  <a:schemeClr val="dk1"/>
                </a:solidFill>
              </a:rPr>
              <a:t>Front End Secure Coding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it">
                <a:solidFill>
                  <a:schemeClr val="dk1"/>
                </a:solidFill>
              </a:rPr>
              <a:t>Introduzione al DevOps CI/CD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it">
                <a:solidFill>
                  <a:schemeClr val="dk1"/>
                </a:solidFill>
              </a:rPr>
              <a:t>Testing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it">
                <a:solidFill>
                  <a:schemeClr val="dk1"/>
                </a:solidFill>
              </a:rPr>
              <a:t>DevSecOps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it">
                <a:solidFill>
                  <a:schemeClr val="dk1"/>
                </a:solidFill>
              </a:rPr>
              <a:t>Securing DevOps Pipeline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50" name="Google Shape;35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825" y="586250"/>
            <a:ext cx="3664000" cy="39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7"/>
          <p:cNvSpPr txBox="1"/>
          <p:nvPr>
            <p:ph type="title"/>
          </p:nvPr>
        </p:nvSpPr>
        <p:spPr>
          <a:xfrm>
            <a:off x="367925" y="2118150"/>
            <a:ext cx="5904300" cy="90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600">
                <a:solidFill>
                  <a:srgbClr val="1D1D1B"/>
                </a:solidFill>
              </a:rPr>
              <a:t>Learning Experience</a:t>
            </a:r>
            <a:endParaRPr b="1" sz="3600">
              <a:solidFill>
                <a:srgbClr val="1D1D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57"/>
          <p:cNvSpPr txBox="1"/>
          <p:nvPr>
            <p:ph idx="1" type="subTitle"/>
          </p:nvPr>
        </p:nvSpPr>
        <p:spPr>
          <a:xfrm>
            <a:off x="367925" y="3098650"/>
            <a:ext cx="5609100" cy="617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8"/>
          <p:cNvSpPr txBox="1"/>
          <p:nvPr>
            <p:ph type="title"/>
          </p:nvPr>
        </p:nvSpPr>
        <p:spPr>
          <a:xfrm>
            <a:off x="228600" y="156193"/>
            <a:ext cx="3875400" cy="4674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 Experience - settimanale</a:t>
            </a:r>
            <a:endParaRPr b="1"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58"/>
          <p:cNvSpPr/>
          <p:nvPr/>
        </p:nvSpPr>
        <p:spPr>
          <a:xfrm>
            <a:off x="1712618" y="2745074"/>
            <a:ext cx="186600" cy="163500"/>
          </a:xfrm>
          <a:prstGeom prst="ellipse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8"/>
          <p:cNvSpPr/>
          <p:nvPr/>
        </p:nvSpPr>
        <p:spPr>
          <a:xfrm>
            <a:off x="3041714" y="2745074"/>
            <a:ext cx="186600" cy="163500"/>
          </a:xfrm>
          <a:prstGeom prst="ellipse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58"/>
          <p:cNvSpPr/>
          <p:nvPr/>
        </p:nvSpPr>
        <p:spPr>
          <a:xfrm>
            <a:off x="4362807" y="2745074"/>
            <a:ext cx="186600" cy="163500"/>
          </a:xfrm>
          <a:prstGeom prst="ellipse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8"/>
          <p:cNvSpPr/>
          <p:nvPr/>
        </p:nvSpPr>
        <p:spPr>
          <a:xfrm>
            <a:off x="5691903" y="2745074"/>
            <a:ext cx="186600" cy="163500"/>
          </a:xfrm>
          <a:prstGeom prst="ellipse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8"/>
          <p:cNvSpPr txBox="1"/>
          <p:nvPr/>
        </p:nvSpPr>
        <p:spPr>
          <a:xfrm flipH="1">
            <a:off x="6660021" y="2958511"/>
            <a:ext cx="11055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00">
                <a:latin typeface="Montserrat Light"/>
                <a:ea typeface="Montserrat Light"/>
                <a:cs typeface="Montserrat Light"/>
                <a:sym typeface="Montserrat Light"/>
              </a:rPr>
              <a:t>Questionario di gradimento</a:t>
            </a:r>
            <a:endParaRPr sz="900"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67" name="Google Shape;367;p58"/>
          <p:cNvSpPr txBox="1"/>
          <p:nvPr/>
        </p:nvSpPr>
        <p:spPr>
          <a:xfrm flipH="1">
            <a:off x="1247173" y="3054587"/>
            <a:ext cx="11055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Live session</a:t>
            </a:r>
            <a:endParaRPr sz="9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+</a:t>
            </a:r>
            <a:endParaRPr sz="9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Self Work</a:t>
            </a:r>
            <a:endParaRPr sz="9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68" name="Google Shape;368;p58"/>
          <p:cNvSpPr txBox="1"/>
          <p:nvPr/>
        </p:nvSpPr>
        <p:spPr>
          <a:xfrm flipH="1">
            <a:off x="3930905" y="3032411"/>
            <a:ext cx="11055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Video Materiale</a:t>
            </a:r>
            <a:endParaRPr sz="9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369" name="Google Shape;369;p58"/>
          <p:cNvCxnSpPr>
            <a:stCxn id="362" idx="6"/>
            <a:endCxn id="363" idx="2"/>
          </p:cNvCxnSpPr>
          <p:nvPr/>
        </p:nvCxnSpPr>
        <p:spPr>
          <a:xfrm>
            <a:off x="1899218" y="2826824"/>
            <a:ext cx="1142400" cy="0"/>
          </a:xfrm>
          <a:prstGeom prst="straightConnector1">
            <a:avLst/>
          </a:prstGeom>
          <a:noFill/>
          <a:ln cap="flat" cmpd="sng" w="9525">
            <a:solidFill>
              <a:srgbClr val="78909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58"/>
          <p:cNvCxnSpPr>
            <a:stCxn id="363" idx="6"/>
            <a:endCxn id="371" idx="2"/>
          </p:cNvCxnSpPr>
          <p:nvPr/>
        </p:nvCxnSpPr>
        <p:spPr>
          <a:xfrm>
            <a:off x="3228314" y="2826824"/>
            <a:ext cx="1142400" cy="0"/>
          </a:xfrm>
          <a:prstGeom prst="straightConnector1">
            <a:avLst/>
          </a:prstGeom>
          <a:noFill/>
          <a:ln cap="flat" cmpd="sng" w="9525">
            <a:solidFill>
              <a:srgbClr val="78909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58"/>
          <p:cNvCxnSpPr>
            <a:stCxn id="364" idx="6"/>
            <a:endCxn id="365" idx="2"/>
          </p:cNvCxnSpPr>
          <p:nvPr/>
        </p:nvCxnSpPr>
        <p:spPr>
          <a:xfrm>
            <a:off x="4549407" y="2826824"/>
            <a:ext cx="1142400" cy="0"/>
          </a:xfrm>
          <a:prstGeom prst="straightConnector1">
            <a:avLst/>
          </a:prstGeom>
          <a:noFill/>
          <a:ln cap="flat" cmpd="sng" w="9525">
            <a:solidFill>
              <a:srgbClr val="78909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58"/>
          <p:cNvCxnSpPr/>
          <p:nvPr/>
        </p:nvCxnSpPr>
        <p:spPr>
          <a:xfrm>
            <a:off x="5921007" y="2826824"/>
            <a:ext cx="1142400" cy="0"/>
          </a:xfrm>
          <a:prstGeom prst="straightConnector1">
            <a:avLst/>
          </a:prstGeom>
          <a:noFill/>
          <a:ln cap="flat" cmpd="sng" w="9525">
            <a:solidFill>
              <a:srgbClr val="78909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4" name="Google Shape;374;p58"/>
          <p:cNvSpPr/>
          <p:nvPr/>
        </p:nvSpPr>
        <p:spPr>
          <a:xfrm>
            <a:off x="7063503" y="2745074"/>
            <a:ext cx="186600" cy="163500"/>
          </a:xfrm>
          <a:prstGeom prst="ellipse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8"/>
          <p:cNvSpPr txBox="1"/>
          <p:nvPr/>
        </p:nvSpPr>
        <p:spPr>
          <a:xfrm flipH="1">
            <a:off x="5232462" y="3054582"/>
            <a:ext cx="11055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Live session</a:t>
            </a:r>
            <a:endParaRPr sz="9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+</a:t>
            </a:r>
            <a:endParaRPr sz="9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Self Work</a:t>
            </a:r>
            <a:endParaRPr sz="9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+</a:t>
            </a:r>
            <a:endParaRPr sz="9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Video Materiale</a:t>
            </a:r>
            <a:endParaRPr sz="9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76" name="Google Shape;376;p58"/>
          <p:cNvSpPr txBox="1"/>
          <p:nvPr/>
        </p:nvSpPr>
        <p:spPr>
          <a:xfrm flipH="1">
            <a:off x="6597908" y="2368504"/>
            <a:ext cx="1066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1D1D1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Venerdì</a:t>
            </a:r>
            <a:endParaRPr sz="1100">
              <a:solidFill>
                <a:srgbClr val="1D1D1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7" name="Google Shape;377;p58"/>
          <p:cNvSpPr txBox="1"/>
          <p:nvPr/>
        </p:nvSpPr>
        <p:spPr>
          <a:xfrm flipH="1">
            <a:off x="3930908" y="2368504"/>
            <a:ext cx="1066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1D1D1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Mercoledì</a:t>
            </a:r>
            <a:endParaRPr sz="1100">
              <a:solidFill>
                <a:srgbClr val="1D1D1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8" name="Google Shape;378;p58"/>
          <p:cNvSpPr txBox="1"/>
          <p:nvPr/>
        </p:nvSpPr>
        <p:spPr>
          <a:xfrm flipH="1">
            <a:off x="1286256" y="2368516"/>
            <a:ext cx="1066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1D1D1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Lunedì</a:t>
            </a:r>
            <a:endParaRPr sz="1100">
              <a:solidFill>
                <a:srgbClr val="1D1D1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9" name="Google Shape;379;p58"/>
          <p:cNvSpPr txBox="1"/>
          <p:nvPr/>
        </p:nvSpPr>
        <p:spPr>
          <a:xfrm flipH="1">
            <a:off x="5260009" y="2368504"/>
            <a:ext cx="1066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1D1D1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Giovedì</a:t>
            </a:r>
            <a:endParaRPr sz="1100">
              <a:solidFill>
                <a:srgbClr val="1D1D1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80" name="Google Shape;38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039" y="1481887"/>
            <a:ext cx="650926" cy="547748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8"/>
          <p:cNvSpPr/>
          <p:nvPr/>
        </p:nvSpPr>
        <p:spPr>
          <a:xfrm>
            <a:off x="1488049" y="2063334"/>
            <a:ext cx="651000" cy="1392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latin typeface="Montserrat Medium"/>
                <a:ea typeface="Montserrat Medium"/>
                <a:cs typeface="Montserrat Medium"/>
                <a:sym typeface="Montserrat Medium"/>
              </a:rPr>
              <a:t>LIVE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82" name="Google Shape;38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692" y="1481874"/>
            <a:ext cx="650926" cy="547748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8"/>
          <p:cNvSpPr/>
          <p:nvPr/>
        </p:nvSpPr>
        <p:spPr>
          <a:xfrm>
            <a:off x="5459703" y="2063322"/>
            <a:ext cx="651000" cy="1392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latin typeface="Montserrat Medium"/>
                <a:ea typeface="Montserrat Medium"/>
                <a:cs typeface="Montserrat Medium"/>
                <a:sym typeface="Montserrat Medium"/>
              </a:rPr>
              <a:t>LIVE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84" name="Google Shape;38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622" y="4002410"/>
            <a:ext cx="628567" cy="58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1878" y="3948859"/>
            <a:ext cx="559402" cy="67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8"/>
          <p:cNvSpPr/>
          <p:nvPr/>
        </p:nvSpPr>
        <p:spPr>
          <a:xfrm>
            <a:off x="170485" y="3360161"/>
            <a:ext cx="1002300" cy="141000"/>
          </a:xfrm>
          <a:prstGeom prst="chevron">
            <a:avLst>
              <a:gd fmla="val 15145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rPr>
              <a:t>Asincrono</a:t>
            </a:r>
            <a:endParaRPr b="1" sz="900">
              <a:solidFill>
                <a:srgbClr val="1D1D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58"/>
          <p:cNvSpPr/>
          <p:nvPr/>
        </p:nvSpPr>
        <p:spPr>
          <a:xfrm rot="4909798">
            <a:off x="410787" y="2263113"/>
            <a:ext cx="365207" cy="844328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8" name="Google Shape;388;p58"/>
          <p:cNvSpPr txBox="1"/>
          <p:nvPr/>
        </p:nvSpPr>
        <p:spPr>
          <a:xfrm rot="1011">
            <a:off x="130475" y="2146975"/>
            <a:ext cx="102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rPr>
              <a:t>Sincrono</a:t>
            </a:r>
            <a:endParaRPr sz="1100"/>
          </a:p>
        </p:txBody>
      </p:sp>
      <p:sp>
        <p:nvSpPr>
          <p:cNvPr id="389" name="Google Shape;389;p58"/>
          <p:cNvSpPr/>
          <p:nvPr/>
        </p:nvSpPr>
        <p:spPr>
          <a:xfrm rot="-5947313">
            <a:off x="589973" y="2681013"/>
            <a:ext cx="365219" cy="801166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0" name="Google Shape;390;p58"/>
          <p:cNvSpPr txBox="1"/>
          <p:nvPr/>
        </p:nvSpPr>
        <p:spPr>
          <a:xfrm flipH="1">
            <a:off x="2601783" y="2368500"/>
            <a:ext cx="1066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1D1D1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Martedì</a:t>
            </a:r>
            <a:endParaRPr sz="1100">
              <a:solidFill>
                <a:srgbClr val="1D1D1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1" name="Google Shape;391;p58"/>
          <p:cNvSpPr txBox="1"/>
          <p:nvPr/>
        </p:nvSpPr>
        <p:spPr>
          <a:xfrm flipH="1">
            <a:off x="2582280" y="3037610"/>
            <a:ext cx="11055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Video Materiale</a:t>
            </a:r>
            <a:endParaRPr sz="9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392" name="Google Shape;392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26922" y="4002410"/>
            <a:ext cx="416214" cy="58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7547" y="4009950"/>
            <a:ext cx="416214" cy="58609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8"/>
          <p:cNvSpPr txBox="1"/>
          <p:nvPr/>
        </p:nvSpPr>
        <p:spPr>
          <a:xfrm>
            <a:off x="228600" y="655775"/>
            <a:ext cx="4635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Montserrat"/>
                <a:ea typeface="Montserrat"/>
                <a:cs typeface="Montserrat"/>
                <a:sym typeface="Montserrat"/>
              </a:rPr>
              <a:t>Mediamente le </a:t>
            </a:r>
            <a:r>
              <a:rPr b="1" lang="it" sz="1000">
                <a:latin typeface="Montserrat"/>
                <a:ea typeface="Montserrat"/>
                <a:cs typeface="Montserrat"/>
                <a:sym typeface="Montserrat"/>
              </a:rPr>
              <a:t>Masterclass</a:t>
            </a:r>
            <a:r>
              <a:rPr lang="it" sz="1000">
                <a:latin typeface="Montserrat"/>
                <a:ea typeface="Montserrat"/>
                <a:cs typeface="Montserrat"/>
                <a:sym typeface="Montserrat"/>
              </a:rPr>
              <a:t> hanno </a:t>
            </a:r>
            <a:r>
              <a:rPr b="1" lang="it" sz="1000">
                <a:latin typeface="Montserrat"/>
                <a:ea typeface="Montserrat"/>
                <a:cs typeface="Montserrat"/>
                <a:sym typeface="Montserrat"/>
              </a:rPr>
              <a:t>12 lezioni live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Montserrat"/>
                <a:ea typeface="Montserrat"/>
                <a:cs typeface="Montserrat"/>
                <a:sym typeface="Montserrat"/>
              </a:rPr>
              <a:t>In questa maniera i corsi durerebbero </a:t>
            </a:r>
            <a:r>
              <a:rPr b="1" lang="it" sz="1000">
                <a:latin typeface="Montserrat"/>
                <a:ea typeface="Montserrat"/>
                <a:cs typeface="Montserrat"/>
                <a:sym typeface="Montserrat"/>
              </a:rPr>
              <a:t>6 settimane (1 mese e mezzo)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5" name="Google Shape;39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8959" y="4032130"/>
            <a:ext cx="628567" cy="58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9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LEARNING EXPERIENCE</a:t>
            </a:r>
            <a:endParaRPr/>
          </a:p>
        </p:txBody>
      </p:sp>
      <p:graphicFrame>
        <p:nvGraphicFramePr>
          <p:cNvPr id="401" name="Google Shape;401;p59"/>
          <p:cNvGraphicFramePr/>
          <p:nvPr/>
        </p:nvGraphicFramePr>
        <p:xfrm>
          <a:off x="952500" y="91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{94B93783-EC8C-4183-8B9A-1286545DF481}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516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Principi</a:t>
                      </a: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e standards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Secure Coding Owasp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 + 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02" name="Google Shape;402;p59"/>
          <p:cNvSpPr txBox="1"/>
          <p:nvPr/>
        </p:nvSpPr>
        <p:spPr>
          <a:xfrm>
            <a:off x="3856500" y="464750"/>
            <a:ext cx="1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Montserrat"/>
                <a:ea typeface="Montserrat"/>
                <a:cs typeface="Montserrat"/>
                <a:sym typeface="Montserrat"/>
              </a:rPr>
              <a:t>Settimana 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03" name="Google Shape;403;p59"/>
          <p:cNvGraphicFramePr/>
          <p:nvPr/>
        </p:nvGraphicFramePr>
        <p:xfrm>
          <a:off x="952500" y="240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{94B93783-EC8C-4183-8B9A-1286545DF481}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63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Secure Coding Owasp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Secure Coding Owasp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 + 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04" name="Google Shape;404;p59"/>
          <p:cNvSpPr txBox="1"/>
          <p:nvPr/>
        </p:nvSpPr>
        <p:spPr>
          <a:xfrm>
            <a:off x="3856500" y="1955625"/>
            <a:ext cx="1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Montserrat"/>
                <a:ea typeface="Montserrat"/>
                <a:cs typeface="Montserrat"/>
                <a:sym typeface="Montserrat"/>
              </a:rPr>
              <a:t>Settimana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05" name="Google Shape;405;p59"/>
          <p:cNvGraphicFramePr/>
          <p:nvPr/>
        </p:nvGraphicFramePr>
        <p:xfrm>
          <a:off x="952500" y="389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{94B93783-EC8C-4183-8B9A-1286545DF481}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63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Laravel Security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Securing API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 + 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06" name="Google Shape;406;p59"/>
          <p:cNvSpPr txBox="1"/>
          <p:nvPr/>
        </p:nvSpPr>
        <p:spPr>
          <a:xfrm>
            <a:off x="3856500" y="3446500"/>
            <a:ext cx="1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Montserrat"/>
                <a:ea typeface="Montserrat"/>
                <a:cs typeface="Montserrat"/>
                <a:sym typeface="Montserrat"/>
              </a:rPr>
              <a:t>Settimana 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07" name="Google Shape;407;p59"/>
          <p:cNvGrpSpPr/>
          <p:nvPr/>
        </p:nvGrpSpPr>
        <p:grpSpPr>
          <a:xfrm>
            <a:off x="1440000" y="1385657"/>
            <a:ext cx="6418297" cy="460925"/>
            <a:chOff x="1457382" y="1385657"/>
            <a:chExt cx="6418297" cy="460925"/>
          </a:xfrm>
        </p:grpSpPr>
        <p:grpSp>
          <p:nvGrpSpPr>
            <p:cNvPr id="408" name="Google Shape;408;p59"/>
            <p:cNvGrpSpPr/>
            <p:nvPr/>
          </p:nvGrpSpPr>
          <p:grpSpPr>
            <a:xfrm>
              <a:off x="1457382" y="1385657"/>
              <a:ext cx="417613" cy="460925"/>
              <a:chOff x="1437522" y="1650528"/>
              <a:chExt cx="457507" cy="506344"/>
            </a:xfrm>
          </p:grpSpPr>
          <p:pic>
            <p:nvPicPr>
              <p:cNvPr id="409" name="Google Shape;409;p5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0" name="Google Shape;410;p59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8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8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11" name="Google Shape;411;p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44887" y="1406412"/>
              <a:ext cx="417600" cy="3910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5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32375" y="1405713"/>
              <a:ext cx="279254" cy="392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3" name="Google Shape;413;p59"/>
            <p:cNvGrpSpPr/>
            <p:nvPr/>
          </p:nvGrpSpPr>
          <p:grpSpPr>
            <a:xfrm>
              <a:off x="5781532" y="1385657"/>
              <a:ext cx="417613" cy="460925"/>
              <a:chOff x="1437522" y="1650528"/>
              <a:chExt cx="457507" cy="506344"/>
            </a:xfrm>
          </p:grpSpPr>
          <p:pic>
            <p:nvPicPr>
              <p:cNvPr id="414" name="Google Shape;414;p5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5" name="Google Shape;415;p59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8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8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16" name="Google Shape;416;p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30937" y="1413162"/>
              <a:ext cx="417600" cy="3910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7" name="Google Shape;417;p5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96425" y="1426663"/>
              <a:ext cx="279254" cy="392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8" name="Google Shape;418;p59"/>
          <p:cNvGrpSpPr/>
          <p:nvPr/>
        </p:nvGrpSpPr>
        <p:grpSpPr>
          <a:xfrm>
            <a:off x="1440000" y="2985582"/>
            <a:ext cx="417613" cy="460925"/>
            <a:chOff x="1437522" y="1650528"/>
            <a:chExt cx="457507" cy="506344"/>
          </a:xfrm>
        </p:grpSpPr>
        <p:pic>
          <p:nvPicPr>
            <p:cNvPr id="419" name="Google Shape;419;p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7522" y="1650528"/>
              <a:ext cx="457340" cy="384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59"/>
            <p:cNvSpPr/>
            <p:nvPr/>
          </p:nvSpPr>
          <p:spPr>
            <a:xfrm>
              <a:off x="1437529" y="2059072"/>
              <a:ext cx="457500" cy="97800"/>
            </a:xfrm>
            <a:prstGeom prst="rect">
              <a:avLst/>
            </a:prstGeom>
            <a:solidFill>
              <a:srgbClr val="FFE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800">
                  <a:latin typeface="Montserrat Medium"/>
                  <a:ea typeface="Montserrat Medium"/>
                  <a:cs typeface="Montserrat Medium"/>
                  <a:sym typeface="Montserrat Medium"/>
                </a:rPr>
                <a:t>LIVE</a:t>
              </a:r>
              <a:endParaRPr sz="80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421" name="Google Shape;42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7505" y="3006337"/>
            <a:ext cx="417600" cy="39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4993" y="3005638"/>
            <a:ext cx="279254" cy="39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3" name="Google Shape;423;p59"/>
          <p:cNvGrpSpPr/>
          <p:nvPr/>
        </p:nvGrpSpPr>
        <p:grpSpPr>
          <a:xfrm>
            <a:off x="5764150" y="2985582"/>
            <a:ext cx="417613" cy="460925"/>
            <a:chOff x="1437522" y="1650528"/>
            <a:chExt cx="457507" cy="506344"/>
          </a:xfrm>
        </p:grpSpPr>
        <p:pic>
          <p:nvPicPr>
            <p:cNvPr id="424" name="Google Shape;424;p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7522" y="1650528"/>
              <a:ext cx="457340" cy="384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" name="Google Shape;425;p59"/>
            <p:cNvSpPr/>
            <p:nvPr/>
          </p:nvSpPr>
          <p:spPr>
            <a:xfrm>
              <a:off x="1437529" y="2059072"/>
              <a:ext cx="457500" cy="97800"/>
            </a:xfrm>
            <a:prstGeom prst="rect">
              <a:avLst/>
            </a:prstGeom>
            <a:solidFill>
              <a:srgbClr val="FFE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800">
                  <a:latin typeface="Montserrat Medium"/>
                  <a:ea typeface="Montserrat Medium"/>
                  <a:cs typeface="Montserrat Medium"/>
                  <a:sym typeface="Montserrat Medium"/>
                </a:rPr>
                <a:t>LIVE</a:t>
              </a:r>
              <a:endParaRPr sz="80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426" name="Google Shape;42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3555" y="3013087"/>
            <a:ext cx="417600" cy="39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9043" y="3026588"/>
            <a:ext cx="279254" cy="39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8" name="Google Shape;428;p59"/>
          <p:cNvGrpSpPr/>
          <p:nvPr/>
        </p:nvGrpSpPr>
        <p:grpSpPr>
          <a:xfrm>
            <a:off x="1440000" y="4417932"/>
            <a:ext cx="417613" cy="460925"/>
            <a:chOff x="1437522" y="1650528"/>
            <a:chExt cx="457507" cy="506344"/>
          </a:xfrm>
        </p:grpSpPr>
        <p:pic>
          <p:nvPicPr>
            <p:cNvPr id="429" name="Google Shape;429;p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7522" y="1650528"/>
              <a:ext cx="457340" cy="384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59"/>
            <p:cNvSpPr/>
            <p:nvPr/>
          </p:nvSpPr>
          <p:spPr>
            <a:xfrm>
              <a:off x="1437529" y="2059072"/>
              <a:ext cx="457500" cy="97800"/>
            </a:xfrm>
            <a:prstGeom prst="rect">
              <a:avLst/>
            </a:prstGeom>
            <a:solidFill>
              <a:srgbClr val="FFE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800">
                  <a:latin typeface="Montserrat Medium"/>
                  <a:ea typeface="Montserrat Medium"/>
                  <a:cs typeface="Montserrat Medium"/>
                  <a:sym typeface="Montserrat Medium"/>
                </a:rPr>
                <a:t>LIVE</a:t>
              </a:r>
              <a:endParaRPr sz="80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431" name="Google Shape;43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7505" y="4438687"/>
            <a:ext cx="417600" cy="39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4993" y="4437988"/>
            <a:ext cx="279254" cy="39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3" name="Google Shape;433;p59"/>
          <p:cNvGrpSpPr/>
          <p:nvPr/>
        </p:nvGrpSpPr>
        <p:grpSpPr>
          <a:xfrm>
            <a:off x="5764150" y="4417932"/>
            <a:ext cx="417613" cy="460925"/>
            <a:chOff x="1437522" y="1650528"/>
            <a:chExt cx="457507" cy="506344"/>
          </a:xfrm>
        </p:grpSpPr>
        <p:pic>
          <p:nvPicPr>
            <p:cNvPr id="434" name="Google Shape;434;p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7522" y="1650528"/>
              <a:ext cx="457340" cy="384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5" name="Google Shape;435;p59"/>
            <p:cNvSpPr/>
            <p:nvPr/>
          </p:nvSpPr>
          <p:spPr>
            <a:xfrm>
              <a:off x="1437529" y="2059072"/>
              <a:ext cx="457500" cy="97800"/>
            </a:xfrm>
            <a:prstGeom prst="rect">
              <a:avLst/>
            </a:prstGeom>
            <a:solidFill>
              <a:srgbClr val="FFE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800">
                  <a:latin typeface="Montserrat Medium"/>
                  <a:ea typeface="Montserrat Medium"/>
                  <a:cs typeface="Montserrat Medium"/>
                  <a:sym typeface="Montserrat Medium"/>
                </a:rPr>
                <a:t>LIVE</a:t>
              </a:r>
              <a:endParaRPr sz="80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436" name="Google Shape;43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3555" y="4445437"/>
            <a:ext cx="417600" cy="39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9043" y="4458938"/>
            <a:ext cx="279254" cy="3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0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LEARNING EXPERIENCE</a:t>
            </a:r>
            <a:endParaRPr/>
          </a:p>
        </p:txBody>
      </p:sp>
      <p:graphicFrame>
        <p:nvGraphicFramePr>
          <p:cNvPr id="443" name="Google Shape;443;p60"/>
          <p:cNvGraphicFramePr/>
          <p:nvPr/>
        </p:nvGraphicFramePr>
        <p:xfrm>
          <a:off x="952500" y="91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{94B93783-EC8C-4183-8B9A-1286545DF481}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63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Front End - Secure Coding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Front End - Secure Coding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 + 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44" name="Google Shape;444;p60"/>
          <p:cNvSpPr txBox="1"/>
          <p:nvPr/>
        </p:nvSpPr>
        <p:spPr>
          <a:xfrm>
            <a:off x="3856500" y="464750"/>
            <a:ext cx="1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Montserrat"/>
                <a:ea typeface="Montserrat"/>
                <a:cs typeface="Montserrat"/>
                <a:sym typeface="Montserrat"/>
              </a:rPr>
              <a:t>Settimana 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45" name="Google Shape;445;p60"/>
          <p:cNvGraphicFramePr/>
          <p:nvPr/>
        </p:nvGraphicFramePr>
        <p:xfrm>
          <a:off x="952500" y="240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{94B93783-EC8C-4183-8B9A-1286545DF481}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63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Pipeline DevSecOps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Progetto Finale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 + 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46" name="Google Shape;446;p60"/>
          <p:cNvSpPr txBox="1"/>
          <p:nvPr/>
        </p:nvSpPr>
        <p:spPr>
          <a:xfrm>
            <a:off x="3856500" y="1955625"/>
            <a:ext cx="1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Montserrat"/>
                <a:ea typeface="Montserrat"/>
                <a:cs typeface="Montserrat"/>
                <a:sym typeface="Montserrat"/>
              </a:rPr>
              <a:t>Settimana 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47" name="Google Shape;447;p60"/>
          <p:cNvGraphicFramePr/>
          <p:nvPr/>
        </p:nvGraphicFramePr>
        <p:xfrm>
          <a:off x="952500" y="389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{94B93783-EC8C-4183-8B9A-1286545DF481}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63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Progetto Finale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Progetto Finale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 + 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48" name="Google Shape;448;p60"/>
          <p:cNvSpPr txBox="1"/>
          <p:nvPr/>
        </p:nvSpPr>
        <p:spPr>
          <a:xfrm>
            <a:off x="3856500" y="3446500"/>
            <a:ext cx="1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Montserrat"/>
                <a:ea typeface="Montserrat"/>
                <a:cs typeface="Montserrat"/>
                <a:sym typeface="Montserrat"/>
              </a:rPr>
              <a:t>Settimana 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49" name="Google Shape;449;p60"/>
          <p:cNvGrpSpPr/>
          <p:nvPr/>
        </p:nvGrpSpPr>
        <p:grpSpPr>
          <a:xfrm>
            <a:off x="1439057" y="1570457"/>
            <a:ext cx="417613" cy="460925"/>
            <a:chOff x="1437522" y="1650528"/>
            <a:chExt cx="457507" cy="506344"/>
          </a:xfrm>
        </p:grpSpPr>
        <p:pic>
          <p:nvPicPr>
            <p:cNvPr id="450" name="Google Shape;450;p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7522" y="1650528"/>
              <a:ext cx="457340" cy="384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60"/>
            <p:cNvSpPr/>
            <p:nvPr/>
          </p:nvSpPr>
          <p:spPr>
            <a:xfrm>
              <a:off x="1437529" y="2059072"/>
              <a:ext cx="457500" cy="97800"/>
            </a:xfrm>
            <a:prstGeom prst="rect">
              <a:avLst/>
            </a:prstGeom>
            <a:solidFill>
              <a:srgbClr val="FFE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800">
                  <a:latin typeface="Montserrat Medium"/>
                  <a:ea typeface="Montserrat Medium"/>
                  <a:cs typeface="Montserrat Medium"/>
                  <a:sym typeface="Montserrat Medium"/>
                </a:rPr>
                <a:t>LIVE</a:t>
              </a:r>
              <a:endParaRPr sz="80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452" name="Google Shape;45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6562" y="1591212"/>
            <a:ext cx="417600" cy="39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4050" y="1590513"/>
            <a:ext cx="279254" cy="39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4" name="Google Shape;454;p60"/>
          <p:cNvGrpSpPr/>
          <p:nvPr/>
        </p:nvGrpSpPr>
        <p:grpSpPr>
          <a:xfrm>
            <a:off x="5763207" y="1570457"/>
            <a:ext cx="417613" cy="460925"/>
            <a:chOff x="1437522" y="1650528"/>
            <a:chExt cx="457507" cy="506344"/>
          </a:xfrm>
        </p:grpSpPr>
        <p:pic>
          <p:nvPicPr>
            <p:cNvPr id="455" name="Google Shape;455;p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7522" y="1650528"/>
              <a:ext cx="457340" cy="384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6" name="Google Shape;456;p60"/>
            <p:cNvSpPr/>
            <p:nvPr/>
          </p:nvSpPr>
          <p:spPr>
            <a:xfrm>
              <a:off x="1437529" y="2059072"/>
              <a:ext cx="457500" cy="97800"/>
            </a:xfrm>
            <a:prstGeom prst="rect">
              <a:avLst/>
            </a:prstGeom>
            <a:solidFill>
              <a:srgbClr val="FFE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800">
                  <a:latin typeface="Montserrat Medium"/>
                  <a:ea typeface="Montserrat Medium"/>
                  <a:cs typeface="Montserrat Medium"/>
                  <a:sym typeface="Montserrat Medium"/>
                </a:rPr>
                <a:t>LIVE</a:t>
              </a:r>
              <a:endParaRPr sz="80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457" name="Google Shape;45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612" y="1597962"/>
            <a:ext cx="417600" cy="39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8100" y="1611463"/>
            <a:ext cx="279254" cy="39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60"/>
          <p:cNvGrpSpPr/>
          <p:nvPr/>
        </p:nvGrpSpPr>
        <p:grpSpPr>
          <a:xfrm>
            <a:off x="1440000" y="2985582"/>
            <a:ext cx="417613" cy="460925"/>
            <a:chOff x="1437522" y="1650528"/>
            <a:chExt cx="457507" cy="506344"/>
          </a:xfrm>
        </p:grpSpPr>
        <p:pic>
          <p:nvPicPr>
            <p:cNvPr id="460" name="Google Shape;460;p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7522" y="1650528"/>
              <a:ext cx="457340" cy="384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1" name="Google Shape;461;p60"/>
            <p:cNvSpPr/>
            <p:nvPr/>
          </p:nvSpPr>
          <p:spPr>
            <a:xfrm>
              <a:off x="1437529" y="2059072"/>
              <a:ext cx="457500" cy="97800"/>
            </a:xfrm>
            <a:prstGeom prst="rect">
              <a:avLst/>
            </a:prstGeom>
            <a:solidFill>
              <a:srgbClr val="FFE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800">
                  <a:latin typeface="Montserrat Medium"/>
                  <a:ea typeface="Montserrat Medium"/>
                  <a:cs typeface="Montserrat Medium"/>
                  <a:sym typeface="Montserrat Medium"/>
                </a:rPr>
                <a:t>LIVE</a:t>
              </a:r>
              <a:endParaRPr sz="80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462" name="Google Shape;46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7505" y="3006337"/>
            <a:ext cx="417600" cy="39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4993" y="3005638"/>
            <a:ext cx="279254" cy="39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4" name="Google Shape;464;p60"/>
          <p:cNvGrpSpPr/>
          <p:nvPr/>
        </p:nvGrpSpPr>
        <p:grpSpPr>
          <a:xfrm>
            <a:off x="5764150" y="2985582"/>
            <a:ext cx="417613" cy="460925"/>
            <a:chOff x="1437522" y="1650528"/>
            <a:chExt cx="457507" cy="506344"/>
          </a:xfrm>
        </p:grpSpPr>
        <p:pic>
          <p:nvPicPr>
            <p:cNvPr id="465" name="Google Shape;465;p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7522" y="1650528"/>
              <a:ext cx="457340" cy="384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60"/>
            <p:cNvSpPr/>
            <p:nvPr/>
          </p:nvSpPr>
          <p:spPr>
            <a:xfrm>
              <a:off x="1437529" y="2059072"/>
              <a:ext cx="457500" cy="97800"/>
            </a:xfrm>
            <a:prstGeom prst="rect">
              <a:avLst/>
            </a:prstGeom>
            <a:solidFill>
              <a:srgbClr val="FFE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800">
                  <a:latin typeface="Montserrat Medium"/>
                  <a:ea typeface="Montserrat Medium"/>
                  <a:cs typeface="Montserrat Medium"/>
                  <a:sym typeface="Montserrat Medium"/>
                </a:rPr>
                <a:t>LIVE</a:t>
              </a:r>
              <a:endParaRPr sz="80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467" name="Google Shape;46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3555" y="3013087"/>
            <a:ext cx="417600" cy="39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9043" y="3026588"/>
            <a:ext cx="279254" cy="39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9" name="Google Shape;469;p60"/>
          <p:cNvGrpSpPr/>
          <p:nvPr/>
        </p:nvGrpSpPr>
        <p:grpSpPr>
          <a:xfrm>
            <a:off x="1440000" y="4441732"/>
            <a:ext cx="417613" cy="460925"/>
            <a:chOff x="1437522" y="1650528"/>
            <a:chExt cx="457507" cy="506344"/>
          </a:xfrm>
        </p:grpSpPr>
        <p:pic>
          <p:nvPicPr>
            <p:cNvPr id="470" name="Google Shape;470;p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7522" y="1650528"/>
              <a:ext cx="457340" cy="384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60"/>
            <p:cNvSpPr/>
            <p:nvPr/>
          </p:nvSpPr>
          <p:spPr>
            <a:xfrm>
              <a:off x="1437529" y="2059072"/>
              <a:ext cx="457500" cy="97800"/>
            </a:xfrm>
            <a:prstGeom prst="rect">
              <a:avLst/>
            </a:prstGeom>
            <a:solidFill>
              <a:srgbClr val="FFE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800">
                  <a:latin typeface="Montserrat Medium"/>
                  <a:ea typeface="Montserrat Medium"/>
                  <a:cs typeface="Montserrat Medium"/>
                  <a:sym typeface="Montserrat Medium"/>
                </a:rPr>
                <a:t>LIVE</a:t>
              </a:r>
              <a:endParaRPr sz="80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472" name="Google Shape;47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7505" y="4462487"/>
            <a:ext cx="417600" cy="39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4993" y="4461788"/>
            <a:ext cx="279254" cy="39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4" name="Google Shape;474;p60"/>
          <p:cNvGrpSpPr/>
          <p:nvPr/>
        </p:nvGrpSpPr>
        <p:grpSpPr>
          <a:xfrm>
            <a:off x="5764150" y="4441732"/>
            <a:ext cx="417613" cy="460925"/>
            <a:chOff x="1437522" y="1650528"/>
            <a:chExt cx="457507" cy="506344"/>
          </a:xfrm>
        </p:grpSpPr>
        <p:pic>
          <p:nvPicPr>
            <p:cNvPr id="475" name="Google Shape;475;p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7522" y="1650528"/>
              <a:ext cx="457340" cy="384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6" name="Google Shape;476;p60"/>
            <p:cNvSpPr/>
            <p:nvPr/>
          </p:nvSpPr>
          <p:spPr>
            <a:xfrm>
              <a:off x="1437529" y="2059072"/>
              <a:ext cx="457500" cy="97800"/>
            </a:xfrm>
            <a:prstGeom prst="rect">
              <a:avLst/>
            </a:prstGeom>
            <a:solidFill>
              <a:srgbClr val="FFE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800">
                  <a:latin typeface="Montserrat Medium"/>
                  <a:ea typeface="Montserrat Medium"/>
                  <a:cs typeface="Montserrat Medium"/>
                  <a:sym typeface="Montserrat Medium"/>
                </a:rPr>
                <a:t>LIVE</a:t>
              </a:r>
              <a:endParaRPr sz="80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477" name="Google Shape;47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3555" y="4469237"/>
            <a:ext cx="417600" cy="39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9043" y="4482738"/>
            <a:ext cx="279254" cy="3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1"/>
          <p:cNvSpPr txBox="1"/>
          <p:nvPr>
            <p:ph type="title"/>
          </p:nvPr>
        </p:nvSpPr>
        <p:spPr>
          <a:xfrm>
            <a:off x="367925" y="2118150"/>
            <a:ext cx="5904300" cy="90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600"/>
              <a:t>Grazie</a:t>
            </a:r>
            <a:endParaRPr b="1" sz="3600">
              <a:solidFill>
                <a:srgbClr val="1D1D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lab PPT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